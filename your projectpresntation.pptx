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err="1"/>
              <a:t>LangFlow</a:t>
            </a:r>
            <a:r>
              <a:rPr lang="en-US" b="1"/>
              <a:t>,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err="1"/>
              <a:t>LangFlow</a:t>
            </a:r>
            <a:r>
              <a:rPr lang="en-US"/>
              <a:t>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err="1"/>
              <a:t>Langflow</a:t>
            </a:r>
            <a:r>
              <a:rPr lang="en-US" sz="1800" b="1"/>
              <a:t>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descr="A screen shot of a computer&#10;&#10;AI-generated content may be incorrect.">
            <a:extLst>
              <a:ext uri="{FF2B5EF4-FFF2-40B4-BE49-F238E27FC236}">
                <a16:creationId xmlns:a16="http://schemas.microsoft.com/office/drawing/2014/main" id="{A037CFD0-B7FF-D9BE-3433-88E5844EF332}"/>
              </a:ext>
            </a:extLst>
          </p:cNvPr>
          <p:cNvPicPr>
            <a:picLocks noChangeAspect="1"/>
          </p:cNvPicPr>
          <p:nvPr/>
        </p:nvPicPr>
        <p:blipFill>
          <a:blip r:embed="rId2"/>
          <a:stretch>
            <a:fillRect/>
          </a:stretch>
        </p:blipFill>
        <p:spPr>
          <a:xfrm>
            <a:off x="2553442" y="1343396"/>
            <a:ext cx="7075219"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13</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11</cp:revision>
  <dcterms:created xsi:type="dcterms:W3CDTF">2025-07-08T05:06:56Z</dcterms:created>
  <dcterms:modified xsi:type="dcterms:W3CDTF">2026-09-07T12:03:00Z</dcterms:modified>
</cp:coreProperties>
</file>